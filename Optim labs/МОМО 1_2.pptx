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4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a137c309d2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g3a137c309d2_0_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a137c309d2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g3a137c309d2_0_15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137c309d2_0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g3a137c309d2_0_44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g3a137c309d2_0_2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g3a137c309d2_0_29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a1451f5b9a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g3a1451f5b9a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a1451f5b9a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g3a1451f5b9a_0_1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a137c309d2_0_7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a137c309d2_0_7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a137c309d2_3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g3a137c309d2_3_1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3a137c309d2_3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g3a137c309d2_3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3a137c309d2_0_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g3a137c309d2_0_59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a137c309d2_0_8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g3a137c309d2_0_85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a137c309d2_0_8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7" name="Google Shape;167;g3a137c309d2_0_86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a137c309d2_0_8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g3a137c309d2_0_87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8.jp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0.jp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9.jp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6" name="Google Shape;56;p13"/>
          <p:cNvSpPr txBox="1"/>
          <p:nvPr>
            <p:ph idx="1" type="body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kfql">
  <p:cSld name="Ckfql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indent="-3810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Char char="○"/>
              <a:defRPr sz="2400"/>
            </a:lvl2pPr>
            <a:lvl3pPr indent="-355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Char char="■"/>
              <a:defRPr sz="2000"/>
            </a:lvl3pPr>
            <a:lvl4pPr indent="-3429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4pPr>
            <a:lvl5pPr indent="-3429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Arial"/>
              <a:buNone/>
              <a:defRPr sz="320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sz="32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8" name="Google Shape;68;p17"/>
          <p:cNvSpPr txBox="1"/>
          <p:nvPr>
            <p:ph idx="1" type="body"/>
          </p:nvPr>
        </p:nvSpPr>
        <p:spPr>
          <a:xfrm>
            <a:off x="3102428" y="943208"/>
            <a:ext cx="5526300" cy="387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indent="-228600" lvl="4" marL="22860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indent="-342900" lvl="5" marL="27432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indent="-342900" lvl="6" marL="32004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indent="-342900" lvl="7" marL="3657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indent="-342900" lvl="8" marL="41148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/>
        </p:txBody>
      </p:sp>
      <p:sp>
        <p:nvSpPr>
          <p:cNvPr id="69" name="Google Shape;69;p17"/>
          <p:cNvSpPr/>
          <p:nvPr>
            <p:ph idx="2" type="pic"/>
          </p:nvPr>
        </p:nvSpPr>
        <p:spPr>
          <a:xfrm>
            <a:off x="457200" y="943208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  <p:sp>
        <p:nvSpPr>
          <p:cNvPr id="70" name="Google Shape;70;p17"/>
          <p:cNvSpPr/>
          <p:nvPr>
            <p:ph idx="3" type="pic"/>
          </p:nvPr>
        </p:nvSpPr>
        <p:spPr>
          <a:xfrm>
            <a:off x="457200" y="2935720"/>
            <a:ext cx="2532600" cy="1883100"/>
          </a:xfrm>
          <a:prstGeom prst="roundRect">
            <a:avLst>
              <a:gd fmla="val 11537" name="adj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1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png"/><Relationship Id="rId4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0.png"/><Relationship Id="rId4" Type="http://schemas.openxmlformats.org/officeDocument/2006/relationships/image" Target="../media/image26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6.png"/><Relationship Id="rId5" Type="http://schemas.openxmlformats.org/officeDocument/2006/relationships/image" Target="../media/image13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1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8.png"/><Relationship Id="rId4" Type="http://schemas.openxmlformats.org/officeDocument/2006/relationships/image" Target="../media/image25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0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29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4.png"/><Relationship Id="rId4" Type="http://schemas.openxmlformats.org/officeDocument/2006/relationships/image" Target="../media/image2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>
            <a:off x="928200" y="2442525"/>
            <a:ext cx="7287600" cy="705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" sz="4400">
                <a:solidFill>
                  <a:schemeClr val="lt1"/>
                </a:solidFill>
              </a:rPr>
              <a:t>Лабораторные работы 1-2</a:t>
            </a:r>
            <a:endParaRPr sz="4400">
              <a:solidFill>
                <a:schemeClr val="lt1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" sz="4400">
                <a:solidFill>
                  <a:schemeClr val="lt1"/>
                </a:solidFill>
              </a:rPr>
              <a:t>Команда 14</a:t>
            </a:r>
            <a:endParaRPr sz="44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PCA</a:t>
            </a:r>
            <a:endParaRPr/>
          </a:p>
        </p:txBody>
      </p:sp>
      <p:sp>
        <p:nvSpPr>
          <p:cNvPr id="81" name="Google Shape;81;p19"/>
          <p:cNvSpPr txBox="1"/>
          <p:nvPr>
            <p:ph idx="1" type="body"/>
          </p:nvPr>
        </p:nvSpPr>
        <p:spPr>
          <a:xfrm>
            <a:off x="457200" y="997118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" sz="1800">
                <a:solidFill>
                  <a:schemeClr val="dk1"/>
                </a:solidFill>
              </a:rPr>
              <a:t>Постановка задачи: классификация датасет Wine 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" sz="1800">
                <a:solidFill>
                  <a:schemeClr val="dk1"/>
                </a:solidFill>
              </a:rPr>
              <a:t>(13 признаков, 3 класса)</a:t>
            </a:r>
            <a:endParaRPr sz="1600">
              <a:solidFill>
                <a:schemeClr val="dk1"/>
              </a:solidFill>
            </a:endParaRPr>
          </a:p>
        </p:txBody>
      </p:sp>
      <p:pic>
        <p:nvPicPr>
          <p:cNvPr id="82" name="Google Shape;82;p19" title="winePC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4225" y="1620351"/>
            <a:ext cx="4969000" cy="25352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9"/>
          <p:cNvSpPr txBox="1"/>
          <p:nvPr/>
        </p:nvSpPr>
        <p:spPr>
          <a:xfrm>
            <a:off x="5383225" y="2082375"/>
            <a:ext cx="33573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- Wine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basic f1 = 0.97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5 pca f1 = 0.92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600">
              <a:solidFill>
                <a:schemeClr val="dk2"/>
              </a:solidFill>
            </a:endParaRPr>
          </a:p>
        </p:txBody>
      </p:sp>
      <p:sp>
        <p:nvSpPr>
          <p:cNvPr id="84" name="Google Shape;84;p19"/>
          <p:cNvSpPr txBox="1"/>
          <p:nvPr>
            <p:ph type="title"/>
          </p:nvPr>
        </p:nvSpPr>
        <p:spPr>
          <a:xfrm>
            <a:off x="3096450" y="18368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Лабораторная 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KernelPCA</a:t>
            </a:r>
            <a:endParaRPr/>
          </a:p>
        </p:txBody>
      </p:sp>
      <p:pic>
        <p:nvPicPr>
          <p:cNvPr id="90" name="Google Shape;90;p20" title="wineKPC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833826"/>
            <a:ext cx="6616848" cy="2067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0" title="cicleskpca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4925" y="2717300"/>
            <a:ext cx="6561408" cy="2050451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20"/>
          <p:cNvSpPr txBox="1"/>
          <p:nvPr/>
        </p:nvSpPr>
        <p:spPr>
          <a:xfrm>
            <a:off x="7021675" y="1239850"/>
            <a:ext cx="19764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- Wine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basic f1 = 0.97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sigmoid f1 = 0.95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3" name="Google Shape;93;p20"/>
          <p:cNvSpPr txBox="1"/>
          <p:nvPr/>
        </p:nvSpPr>
        <p:spPr>
          <a:xfrm>
            <a:off x="6935750" y="3104275"/>
            <a:ext cx="19764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- Make circles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2"/>
                </a:solidFill>
              </a:rPr>
              <a:t>basic f1 = 0.5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ru" sz="1800">
                <a:solidFill>
                  <a:schemeClr val="dk2"/>
                </a:solidFill>
              </a:rPr>
              <a:t>rbf f1 = 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94" name="Google Shape;94;p20"/>
          <p:cNvSpPr txBox="1"/>
          <p:nvPr>
            <p:ph type="title"/>
          </p:nvPr>
        </p:nvSpPr>
        <p:spPr>
          <a:xfrm>
            <a:off x="3096450" y="18368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Лабораторная 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1"/>
          <p:cNvSpPr txBox="1"/>
          <p:nvPr>
            <p:ph idx="1" type="body"/>
          </p:nvPr>
        </p:nvSpPr>
        <p:spPr>
          <a:xfrm>
            <a:off x="457200" y="972568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" sz="1800">
                <a:solidFill>
                  <a:schemeClr val="dk1"/>
                </a:solidFill>
              </a:rPr>
              <a:t>Сжатие MNIST (784 признака 10к записей)</a:t>
            </a:r>
            <a:endParaRPr b="1" sz="1600">
              <a:solidFill>
                <a:schemeClr val="dk1"/>
              </a:solidFill>
            </a:endParaRPr>
          </a:p>
        </p:txBody>
      </p:sp>
      <p:pic>
        <p:nvPicPr>
          <p:cNvPr id="100" name="Google Shape;100;p21" title="newplo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9900" y="1342825"/>
            <a:ext cx="6318950" cy="3223950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21"/>
          <p:cNvSpPr txBox="1"/>
          <p:nvPr/>
        </p:nvSpPr>
        <p:spPr>
          <a:xfrm>
            <a:off x="6579750" y="2057825"/>
            <a:ext cx="2160600" cy="127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basic f1 = 0.71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150 PCA f1 = 0.66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02" name="Google Shape;102;p21"/>
          <p:cNvSpPr txBox="1"/>
          <p:nvPr>
            <p:ph type="title"/>
          </p:nvPr>
        </p:nvSpPr>
        <p:spPr>
          <a:xfrm>
            <a:off x="3096450" y="18368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Лабораторная 1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457200" y="972569"/>
            <a:ext cx="74676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Реализация альтернативных методов сингулярного разложения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08" name="Google Shape;108;p22"/>
          <p:cNvSpPr txBox="1"/>
          <p:nvPr>
            <p:ph type="title"/>
          </p:nvPr>
        </p:nvSpPr>
        <p:spPr>
          <a:xfrm>
            <a:off x="3096450" y="18368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Лабораторная 1</a:t>
            </a:r>
            <a:endParaRPr/>
          </a:p>
        </p:txBody>
      </p:sp>
      <p:pic>
        <p:nvPicPr>
          <p:cNvPr id="109" name="Google Shape;109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4275" y="1621775"/>
            <a:ext cx="5537001" cy="12204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0" name="Google Shape;110;p22"/>
          <p:cNvSpPr txBox="1"/>
          <p:nvPr>
            <p:ph idx="1" type="body"/>
          </p:nvPr>
        </p:nvSpPr>
        <p:spPr>
          <a:xfrm>
            <a:off x="457200" y="1344781"/>
            <a:ext cx="7467600" cy="29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6666"/>
              <a:buFont typeface="Arial"/>
              <a:buNone/>
            </a:pPr>
            <a:r>
              <a:rPr i="1" lang="ru" sz="1500" u="sng">
                <a:solidFill>
                  <a:schemeClr val="dk1"/>
                </a:solidFill>
              </a:rPr>
              <a:t>Л4 размерность 75000 * 8</a:t>
            </a:r>
            <a:endParaRPr i="1" sz="1300" u="sng">
              <a:solidFill>
                <a:schemeClr val="dk1"/>
              </a:solidFill>
            </a:endParaRPr>
          </a:p>
        </p:txBody>
      </p:sp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277037" y="2942205"/>
            <a:ext cx="45030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775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6666"/>
              <a:buFont typeface="Arial"/>
              <a:buNone/>
            </a:pPr>
            <a:r>
              <a:rPr i="1" lang="ru" sz="1500" u="sng">
                <a:solidFill>
                  <a:schemeClr val="dk1"/>
                </a:solidFill>
              </a:rPr>
              <a:t>MNIST сэмпл 300, кол-во компонент фикс - 20 (модель RFC)</a:t>
            </a:r>
            <a:endParaRPr i="1" sz="1500" u="sng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6666"/>
              <a:buFont typeface="Arial"/>
              <a:buNone/>
            </a:pPr>
            <a:r>
              <a:rPr i="1" lang="ru" sz="1500" u="sng">
                <a:solidFill>
                  <a:schemeClr val="dk1"/>
                </a:solidFill>
              </a:rPr>
              <a:t>сжатие 196 - &gt; 20 (9,8 раз)</a:t>
            </a:r>
            <a:endParaRPr i="1" sz="1500" u="sng">
              <a:solidFill>
                <a:schemeClr val="dk1"/>
              </a:solidFill>
            </a:endParaRPr>
          </a:p>
        </p:txBody>
      </p:sp>
      <p:pic>
        <p:nvPicPr>
          <p:cNvPr id="112" name="Google Shape;112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57660" y="3397225"/>
            <a:ext cx="4389749" cy="1372175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113" name="Google Shape;113;p22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8340" y="3397221"/>
            <a:ext cx="3928000" cy="137480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14" name="Google Shape;114;p22"/>
          <p:cNvSpPr txBox="1"/>
          <p:nvPr>
            <p:ph idx="1" type="body"/>
          </p:nvPr>
        </p:nvSpPr>
        <p:spPr>
          <a:xfrm>
            <a:off x="4780026" y="2930770"/>
            <a:ext cx="40062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i="1" lang="ru" sz="1200" u="sng">
                <a:solidFill>
                  <a:schemeClr val="dk1"/>
                </a:solidFill>
              </a:rPr>
              <a:t>MNIST сэмпл 300, авто выбор компонент по порогу 80%, (модель RFC)</a:t>
            </a:r>
            <a:endParaRPr i="1" sz="1200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3"/>
          <p:cNvSpPr txBox="1"/>
          <p:nvPr>
            <p:ph idx="1" type="body"/>
          </p:nvPr>
        </p:nvSpPr>
        <p:spPr>
          <a:xfrm>
            <a:off x="457200" y="972569"/>
            <a:ext cx="74676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b="1" lang="ru" sz="1700">
                <a:solidFill>
                  <a:schemeClr val="dk1"/>
                </a:solidFill>
              </a:rPr>
              <a:t>Реализация альтернативных методов сингулярного разложения</a:t>
            </a:r>
            <a:endParaRPr b="1" sz="1500">
              <a:solidFill>
                <a:schemeClr val="dk1"/>
              </a:solidFill>
            </a:endParaRPr>
          </a:p>
        </p:txBody>
      </p:sp>
      <p:sp>
        <p:nvSpPr>
          <p:cNvPr id="120" name="Google Shape;120;p23"/>
          <p:cNvSpPr txBox="1"/>
          <p:nvPr>
            <p:ph type="title"/>
          </p:nvPr>
        </p:nvSpPr>
        <p:spPr>
          <a:xfrm>
            <a:off x="3096450" y="18368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Лабораторная 1</a:t>
            </a:r>
            <a:endParaRPr/>
          </a:p>
        </p:txBody>
      </p:sp>
      <p:pic>
        <p:nvPicPr>
          <p:cNvPr id="121" name="Google Shape;121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" y="1715425"/>
            <a:ext cx="7105075" cy="1117150"/>
          </a:xfrm>
          <a:prstGeom prst="rect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pic>
      <p:sp>
        <p:nvSpPr>
          <p:cNvPr id="122" name="Google Shape;122;p23"/>
          <p:cNvSpPr txBox="1"/>
          <p:nvPr>
            <p:ph idx="1" type="body"/>
          </p:nvPr>
        </p:nvSpPr>
        <p:spPr>
          <a:xfrm>
            <a:off x="457200" y="1345725"/>
            <a:ext cx="7648800" cy="296100"/>
          </a:xfrm>
          <a:prstGeom prst="rect">
            <a:avLst/>
          </a:pr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6666"/>
              <a:buFont typeface="Arial"/>
              <a:buNone/>
            </a:pPr>
            <a:r>
              <a:rPr b="1" lang="ru" sz="1500">
                <a:solidFill>
                  <a:schemeClr val="dk1"/>
                </a:solidFill>
              </a:rPr>
              <a:t>MNIST выборка 10000 * 784</a:t>
            </a:r>
            <a:endParaRPr b="1" sz="1300">
              <a:solidFill>
                <a:schemeClr val="dk1"/>
              </a:solidFill>
            </a:endParaRPr>
          </a:p>
        </p:txBody>
      </p:sp>
      <p:sp>
        <p:nvSpPr>
          <p:cNvPr id="123" name="Google Shape;123;p23"/>
          <p:cNvSpPr txBox="1"/>
          <p:nvPr/>
        </p:nvSpPr>
        <p:spPr>
          <a:xfrm>
            <a:off x="7639875" y="1696792"/>
            <a:ext cx="1419000" cy="11544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1F1F1F"/>
                </a:solidFill>
                <a:highlight>
                  <a:srgbClr val="FFFFFF"/>
                </a:highlight>
              </a:rPr>
              <a:t>Время обучения модели на оригинальных данных: 6.239 сек</a:t>
            </a:r>
            <a:endParaRPr sz="105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1F1F1F"/>
                </a:solidFill>
                <a:highlight>
                  <a:srgbClr val="FFFFFF"/>
                </a:highlight>
              </a:rPr>
              <a:t>Accuracy: 0.9307</a:t>
            </a:r>
            <a:endParaRPr sz="105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050">
                <a:solidFill>
                  <a:srgbClr val="1F1F1F"/>
                </a:solidFill>
                <a:highlight>
                  <a:srgbClr val="FFFFFF"/>
                </a:highlight>
              </a:rPr>
              <a:t>F1-score: 0.9306</a:t>
            </a:r>
            <a:endParaRPr/>
          </a:p>
        </p:txBody>
      </p:sp>
      <p:pic>
        <p:nvPicPr>
          <p:cNvPr id="124" name="Google Shape;124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1515" y="2959251"/>
            <a:ext cx="8260970" cy="2184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4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rPr lang="ru" sz="1600"/>
              <a:t>Постановка задачи: минимизация целевой функции</a:t>
            </a:r>
            <a:endParaRPr sz="16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/>
          </a:p>
          <a:p>
            <a:pPr indent="0" lvl="0" marL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</a:pPr>
            <a:r>
              <a:t/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280"/>
              </a:spcBef>
              <a:spcAft>
                <a:spcPts val="0"/>
              </a:spcAft>
              <a:buNone/>
            </a:pPr>
            <a:r>
              <a:rPr lang="ru">
                <a:solidFill>
                  <a:srgbClr val="2C2D2E"/>
                </a:solidFill>
              </a:rPr>
              <a:t>Для применения методов оптимизации нужно показать дважды дифференцируемость и выпуклость целевой функции. Выпишем частные производные:</a:t>
            </a:r>
            <a:endParaRPr>
              <a:solidFill>
                <a:srgbClr val="2C2D2E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>
              <a:solidFill>
                <a:srgbClr val="2C2D2E"/>
              </a:solidFill>
            </a:endParaRPr>
          </a:p>
        </p:txBody>
      </p:sp>
      <p:sp>
        <p:nvSpPr>
          <p:cNvPr id="130" name="Google Shape;130;p24"/>
          <p:cNvSpPr txBox="1"/>
          <p:nvPr>
            <p:ph type="title"/>
          </p:nvPr>
        </p:nvSpPr>
        <p:spPr>
          <a:xfrm>
            <a:off x="3096450" y="18368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Лабораторная 2</a:t>
            </a:r>
            <a:endParaRPr/>
          </a:p>
        </p:txBody>
      </p:sp>
      <p:pic>
        <p:nvPicPr>
          <p:cNvPr id="131" name="Google Shape;131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79088" y="1588554"/>
            <a:ext cx="4023819" cy="52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302425" y="2661450"/>
            <a:ext cx="1336200" cy="1565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24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7050" y="2757837"/>
            <a:ext cx="4103974" cy="133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130025" y="2661449"/>
            <a:ext cx="794775" cy="15301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096450" y="18368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Лабораторная 2</a:t>
            </a:r>
            <a:endParaRPr/>
          </a:p>
        </p:txBody>
      </p:sp>
      <p:sp>
        <p:nvSpPr>
          <p:cNvPr id="140" name="Google Shape;140;p25"/>
          <p:cNvSpPr txBox="1"/>
          <p:nvPr/>
        </p:nvSpPr>
        <p:spPr>
          <a:xfrm>
            <a:off x="604500" y="1761575"/>
            <a:ext cx="15324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BFGS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1" name="Google Shape;141;p25"/>
          <p:cNvSpPr txBox="1"/>
          <p:nvPr/>
        </p:nvSpPr>
        <p:spPr>
          <a:xfrm>
            <a:off x="604500" y="3385150"/>
            <a:ext cx="1532400" cy="3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800">
                <a:solidFill>
                  <a:schemeClr val="dk2"/>
                </a:solidFill>
              </a:rPr>
              <a:t>L-</a:t>
            </a:r>
            <a:r>
              <a:rPr lang="ru" sz="1800">
                <a:solidFill>
                  <a:schemeClr val="dk2"/>
                </a:solidFill>
              </a:rPr>
              <a:t>BFGS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42" name="Google Shape;14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15350" y="1090550"/>
            <a:ext cx="5616701" cy="1535062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15350" y="2676625"/>
            <a:ext cx="5616701" cy="2056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spcBef>
                <a:spcPts val="280"/>
              </a:spcBef>
              <a:spcAft>
                <a:spcPts val="1200"/>
              </a:spcAft>
              <a:buNone/>
            </a:pPr>
            <a:r>
              <a:rPr lang="ru"/>
              <a:t>Сравнение </a:t>
            </a:r>
            <a:r>
              <a:rPr lang="ru"/>
              <a:t>функций оптимизации</a:t>
            </a:r>
            <a:endParaRPr/>
          </a:p>
        </p:txBody>
      </p:sp>
      <p:sp>
        <p:nvSpPr>
          <p:cNvPr id="149" name="Google Shape;149;p26"/>
          <p:cNvSpPr txBox="1"/>
          <p:nvPr>
            <p:ph type="title"/>
          </p:nvPr>
        </p:nvSpPr>
        <p:spPr>
          <a:xfrm>
            <a:off x="3096450" y="18368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Лабораторная 2</a:t>
            </a:r>
            <a:endParaRPr/>
          </a:p>
        </p:txBody>
      </p:sp>
      <p:pic>
        <p:nvPicPr>
          <p:cNvPr id="150" name="Google Shape;150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87850" y="1661600"/>
            <a:ext cx="3938574" cy="2552399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p26"/>
          <p:cNvSpPr txBox="1"/>
          <p:nvPr/>
        </p:nvSpPr>
        <p:spPr>
          <a:xfrm>
            <a:off x="1277888" y="4214000"/>
            <a:ext cx="27585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ru" sz="1300">
                <a:solidFill>
                  <a:schemeClr val="dk2"/>
                </a:solidFill>
              </a:rPr>
              <a:t>min_iter = 100   epsilon = 1e-6</a:t>
            </a:r>
            <a:endParaRPr sz="1300">
              <a:solidFill>
                <a:schemeClr val="dk2"/>
              </a:solidFill>
            </a:endParaRPr>
          </a:p>
        </p:txBody>
      </p:sp>
      <p:pic>
        <p:nvPicPr>
          <p:cNvPr id="152" name="Google Shape;15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141247" y="1772859"/>
            <a:ext cx="2904450" cy="2134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27"/>
          <p:cNvSpPr txBox="1"/>
          <p:nvPr>
            <p:ph type="title"/>
          </p:nvPr>
        </p:nvSpPr>
        <p:spPr>
          <a:xfrm>
            <a:off x="457200" y="1801813"/>
            <a:ext cx="8229600" cy="620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Arial"/>
              <a:buNone/>
            </a:pPr>
            <a:r>
              <a:rPr lang="ru" sz="4400"/>
              <a:t>Спасибо</a:t>
            </a:r>
            <a:br>
              <a:rPr lang="ru" sz="4400"/>
            </a:br>
            <a:r>
              <a:rPr lang="ru" sz="4400"/>
              <a:t>за внимание!</a:t>
            </a:r>
            <a:endParaRPr sz="44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Приложение</a:t>
            </a:r>
            <a:endParaRPr/>
          </a:p>
        </p:txBody>
      </p:sp>
      <p:pic>
        <p:nvPicPr>
          <p:cNvPr id="163" name="Google Shape;16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5150" y="784735"/>
            <a:ext cx="4960648" cy="40048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2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291048" y="1043860"/>
            <a:ext cx="3603403" cy="3486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29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Приложение</a:t>
            </a:r>
            <a:endParaRPr/>
          </a:p>
        </p:txBody>
      </p:sp>
      <p:pic>
        <p:nvPicPr>
          <p:cNvPr id="170" name="Google Shape;170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389275" y="1182175"/>
            <a:ext cx="4406225" cy="3292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7425" y="1531988"/>
            <a:ext cx="4052499" cy="2592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30"/>
          <p:cNvSpPr txBox="1"/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ru"/>
              <a:t>Обучение через оптимизаторы</a:t>
            </a:r>
            <a:endParaRPr/>
          </a:p>
        </p:txBody>
      </p:sp>
      <p:pic>
        <p:nvPicPr>
          <p:cNvPr id="177" name="Google Shape;177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61850" y="1004450"/>
            <a:ext cx="3719950" cy="3778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3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56109" y="1004450"/>
            <a:ext cx="3645817" cy="377899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